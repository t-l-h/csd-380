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05619-99F5-327F-DF96-E140FC76F0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Security Controls in Shared Source Code Repositories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4FCC46-B2B3-C610-C61F-13CA588F3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Tevyah Hanley – CSD380 Sue Sampson – 3/3/26</a:t>
            </a:r>
          </a:p>
        </p:txBody>
      </p:sp>
    </p:spTree>
    <p:extLst>
      <p:ext uri="{BB962C8B-B14F-4D97-AF65-F5344CB8AC3E}">
        <p14:creationId xmlns:p14="http://schemas.microsoft.com/office/powerpoint/2010/main" val="2413508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1C799-A20E-48C2-7182-742B8FDA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repo security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D8109-2D7D-D49C-0F8A-BDAD53119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Source control takes care of code, your history, and often secrets, meaning that any compromise can lead to hackers or attacks releasing your confidential information.</a:t>
            </a:r>
          </a:p>
          <a:p>
            <a:r>
              <a:rPr lang="en-US" dirty="0"/>
              <a:t>Many attacks in the current day often target your teams workflow, like their accounts and tokens, rather than attacking your company’s entire infrastructure. </a:t>
            </a:r>
          </a:p>
        </p:txBody>
      </p:sp>
    </p:spTree>
    <p:extLst>
      <p:ext uri="{BB962C8B-B14F-4D97-AF65-F5344CB8AC3E}">
        <p14:creationId xmlns:p14="http://schemas.microsoft.com/office/powerpoint/2010/main" val="1825958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35BB-6356-EDCD-F7D5-B436541A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Identity &amp; Access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7EAB-5496-5D20-6492-CF7CEF0A2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need to enforce least privilege, by limiting repo admins and grant permissions based on roles. </a:t>
            </a:r>
          </a:p>
          <a:p>
            <a:r>
              <a:rPr lang="en-US" dirty="0"/>
              <a:t>Require strong authentication, throughout your entire organization. You can use MFA/2FA, and hardware keys to do so. </a:t>
            </a:r>
          </a:p>
          <a:p>
            <a:r>
              <a:rPr lang="en-US" dirty="0"/>
              <a:t>Use short lived tokens, and make sure to have account keys and passwords changed frequently to make it harder for an attack.</a:t>
            </a:r>
          </a:p>
        </p:txBody>
      </p:sp>
    </p:spTree>
    <p:extLst>
      <p:ext uri="{BB962C8B-B14F-4D97-AF65-F5344CB8AC3E}">
        <p14:creationId xmlns:p14="http://schemas.microsoft.com/office/powerpoint/2010/main" val="1018794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FB3F-E124-6E2D-3B4D-4FA2B7A46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Secrets management &amp;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703C2-F908-2A56-C1B3-B7E1B3EFE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 secrets in code, you can do this by mandating the use of secrets management systems and overall avoiding storing keys in repos.</a:t>
            </a:r>
          </a:p>
          <a:p>
            <a:r>
              <a:rPr lang="en-US" dirty="0"/>
              <a:t>Detect leaked secrets by enabling secret scanning and push protection to block commits containing known secret patterns.</a:t>
            </a:r>
          </a:p>
          <a:p>
            <a:r>
              <a:rPr lang="en-US" dirty="0"/>
              <a:t>If leak occurs, make sure to revoke credentials immediately throughout the company, rotate your secrets, and scrub your data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638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91F24-62E6-24AA-5021-7ABB65D5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Branch protection &amp; secure workflows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E08BA-AAB4-3579-1A8C-4F65478B5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enforce branch protections, you should require PR reviews, making sure you have CI checks in place, and disallow force pushes to protected branches. </a:t>
            </a:r>
          </a:p>
          <a:p>
            <a:r>
              <a:rPr lang="en-US" dirty="0"/>
              <a:t>Use signed commits and to validate author and release provenance. </a:t>
            </a:r>
          </a:p>
          <a:p>
            <a:r>
              <a:rPr lang="en-US" dirty="0"/>
              <a:t>Require code scanning and automated tests in PR pipelines before merges.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927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ADF0-BAC2-078D-DDCE-284C3B701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Dependency &amp; supply-chain 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8899E-7DCF-6A9C-9618-E469C8D26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maintain an inventory of third party dependencies and use Software Composition Analysis to find vulnerabilities.</a:t>
            </a:r>
          </a:p>
          <a:p>
            <a:r>
              <a:rPr lang="en-US" dirty="0"/>
              <a:t>Enforce dependency reviews on PRs and use trusted registries and signed packages when possible.</a:t>
            </a:r>
          </a:p>
          <a:p>
            <a:r>
              <a:rPr lang="en-US" dirty="0"/>
              <a:t>Make sure to have regular automated vulnerability alerts and add a remediation process</a:t>
            </a:r>
          </a:p>
        </p:txBody>
      </p:sp>
    </p:spTree>
    <p:extLst>
      <p:ext uri="{BB962C8B-B14F-4D97-AF65-F5344CB8AC3E}">
        <p14:creationId xmlns:p14="http://schemas.microsoft.com/office/powerpoint/2010/main" val="213714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2D13A-D825-460A-0EC2-C2322E58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Monitoring, audit &amp; incident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50696-D383-14FB-8E17-7D4203FA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your company enable audit logs for your repo events and review them regularly. </a:t>
            </a:r>
          </a:p>
          <a:p>
            <a:r>
              <a:rPr lang="en-US" dirty="0"/>
              <a:t>Monitor the CI artifacts and build systems to ensure build servers are isolated, reproducible, and use signed artifacts. </a:t>
            </a:r>
          </a:p>
          <a:p>
            <a:r>
              <a:rPr lang="en-US" dirty="0"/>
              <a:t>Have an incident playbook on how to contain leaks, notify stakeholders, and restore trust.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5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00C5-8A53-B876-880C-117B35D90E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2BA41-A275-E0BE-8934-D6682BF20B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17537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</TotalTime>
  <Words>381</Words>
  <Application>Microsoft Macintosh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Security Controls in Shared Source Code Repositories</vt:lpstr>
      <vt:lpstr>Why repo security matters</vt:lpstr>
      <vt:lpstr>Identity &amp; Access Controls</vt:lpstr>
      <vt:lpstr>Secrets management &amp; prevention</vt:lpstr>
      <vt:lpstr>Branch protection &amp; secure workflows</vt:lpstr>
      <vt:lpstr>Dependency &amp; supply-chain controls</vt:lpstr>
      <vt:lpstr>Monitoring, audit &amp; incident response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Tevyah Hanley</dc:creator>
  <cp:lastModifiedBy>Tevyah Hanley</cp:lastModifiedBy>
  <cp:revision>1</cp:revision>
  <dcterms:created xsi:type="dcterms:W3CDTF">2026-03-03T21:45:30Z</dcterms:created>
  <dcterms:modified xsi:type="dcterms:W3CDTF">2026-03-03T22:16:35Z</dcterms:modified>
</cp:coreProperties>
</file>